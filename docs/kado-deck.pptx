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0:00–0:05. "Kadó: gift digital dollars to anyone, no wallet needed."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0:05–0:35. Receiving a gift today means doing homework first: install an app, guard a seed phrase, get XLM for fees. At outreach events in Peru people leave curious but without an account and without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0:35–2:05. Show this slide for 5 seconds, then switch to the real phone: type the code, tap Open, $2.00, Continue → View receipt on stellar.expert. If there is time, open a second Kadó and show it lands in the same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2:05–2:30. Two native Stellar features, no smart contract. Claimable balances hold the gift for an account that doesn't exist yet; sponsored reserves let it start at zero. Four operations, one atomic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2:30–2:40. About $0.20 of locked capital per new account, unopened Kadós come back, 5 simultaneous opens landed in 7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2:40–2:55. Pilot with the Stellar Ambassador Chapter Peru, then person-to-person Kadós, then an off-ramp. Be honest: real users are not validated yet and this version is custodial.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2:55–3:00. Repeat the one-liner, the URL and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Kadó logo: an open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05000"/>
            <a:ext cx="2095500" cy="2095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390900" y="186690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Kadó</a:t>
            </a:r>
            <a:endParaRPr lang="en-US" sz="8400" dirty="0"/>
          </a:p>
        </p:txBody>
      </p:sp>
      <p:sp>
        <p:nvSpPr>
          <p:cNvPr id="5" name="Text 1"/>
          <p:cNvSpPr txBox="1"/>
          <p:nvPr/>
        </p:nvSpPr>
        <p:spPr>
          <a:xfrm>
            <a:off x="3429000" y="31432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digital dollars to anyone,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 needed.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838200" y="495300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HackMeridian 2026 · Genesis · Stellar Unlocked · Built on Stellar testnet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8200" y="685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50" kern="0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38200" y="990600"/>
            <a:ext cx="1051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receiving a gift starts with homework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838200" y="2171700"/>
            <a:ext cx="2476500" cy="1428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66800" y="24003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66800" y="2667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wallet app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467100" y="2171700"/>
            <a:ext cx="2476500" cy="1428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95700" y="24003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95700" y="2667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phrase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096000" y="2171700"/>
            <a:ext cx="2476500" cy="1428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24600" y="24003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2667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XLM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fees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724900" y="2171700"/>
            <a:ext cx="2476500" cy="1428750"/>
          </a:xfrm>
          <a:prstGeom prst="rect">
            <a:avLst/>
          </a:prstGeom>
          <a:solidFill>
            <a:srgbClr val="241C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53500" y="240030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3A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953500" y="2667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</a:t>
            </a:r>
            <a:endParaRPr lang="en-US" sz="2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838200" y="4095750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nobody finishes the homework. 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outreach events in Peru (meetups, workshops, university talks) people leave curious, but without an account and without funds.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4095750"/>
            <a:ext cx="495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already have wallets.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we want to reach don't. 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without conversion.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38200" y="63246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Kadó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0401300" y="6324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B2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8200" y="685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5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38200" y="990600"/>
            <a:ext cx="1051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code, one tap, a real Stellar account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838200" y="1905000"/>
            <a:ext cx="2095500" cy="3429000"/>
          </a:xfrm>
          <a:prstGeom prst="rect">
            <a:avLst/>
          </a:prstGeom>
          <a:ln w="28575">
            <a:solidFill>
              <a:srgbClr val="FFF3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19450" y="1905000"/>
            <a:ext cx="2095500" cy="3429000"/>
          </a:xfrm>
          <a:prstGeom prst="rect">
            <a:avLst/>
          </a:prstGeom>
          <a:ln w="28575">
            <a:solidFill>
              <a:srgbClr val="FFF3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00700" y="1905000"/>
            <a:ext cx="2095500" cy="3429000"/>
          </a:xfrm>
          <a:prstGeom prst="rect">
            <a:avLst/>
          </a:prstGeom>
          <a:ln w="28575">
            <a:solidFill>
              <a:srgbClr val="FFF3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8200" y="27622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left you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Kadó.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14450" y="3543300"/>
            <a:ext cx="1143000" cy="47625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14450" y="3543300"/>
            <a:ext cx="114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19450" y="31432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Opening…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09950" y="3619500"/>
            <a:ext cx="1714500" cy="57150"/>
          </a:xfrm>
          <a:prstGeom prst="rect">
            <a:avLst/>
          </a:prstGeom>
          <a:solidFill>
            <a:srgbClr val="6D55B6"/>
          </a:solidFill>
          <a:ln/>
        </p:spPr>
      </p:sp>
      <p:sp>
        <p:nvSpPr>
          <p:cNvPr id="13" name="Shape 10"/>
          <p:cNvSpPr/>
          <p:nvPr/>
        </p:nvSpPr>
        <p:spPr>
          <a:xfrm>
            <a:off x="3409950" y="3619500"/>
            <a:ext cx="1066800" cy="57150"/>
          </a:xfrm>
          <a:prstGeom prst="rect">
            <a:avLst/>
          </a:prstGeom>
          <a:solidFill>
            <a:srgbClr val="FFF3E2"/>
          </a:solidFill>
          <a:ln/>
        </p:spPr>
      </p:sp>
      <p:sp>
        <p:nvSpPr>
          <p:cNvPr id="14" name="Shape 11"/>
          <p:cNvSpPr/>
          <p:nvPr/>
        </p:nvSpPr>
        <p:spPr>
          <a:xfrm>
            <a:off x="5610225" y="1914525"/>
            <a:ext cx="2076450" cy="3409950"/>
          </a:xfrm>
          <a:prstGeom prst="rect">
            <a:avLst/>
          </a:prstGeom>
          <a:solidFill>
            <a:srgbClr val="FFF3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00700" y="295275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$2.00</a:t>
            </a:r>
            <a:endParaRPr lang="en-US" sz="4200" dirty="0"/>
          </a:p>
        </p:txBody>
      </p:sp>
      <p:sp>
        <p:nvSpPr>
          <p:cNvPr id="16" name="Text 13"/>
          <p:cNvSpPr txBox="1"/>
          <p:nvPr/>
        </p:nvSpPr>
        <p:spPr>
          <a:xfrm>
            <a:off x="5600700" y="365760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yours.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38200" y="54673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Closed. Amount hidden.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219450" y="54673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One transaction, ~5 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00700" y="54673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Funded account, verifiable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191500" y="1905000"/>
            <a:ext cx="3162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app. No seed phrase. No email. No fee to pay.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8191500" y="3429000"/>
            <a:ext cx="3162300" cy="9525"/>
          </a:xfrm>
          <a:prstGeom prst="rect">
            <a:avLst/>
          </a:prstGeom>
          <a:solidFill>
            <a:srgbClr val="8A76C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191500" y="3524250"/>
            <a:ext cx="3162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Link, QR or a typed code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191500" y="4038600"/>
            <a:ext cx="3162300" cy="9525"/>
          </a:xfrm>
          <a:prstGeom prst="rect">
            <a:avLst/>
          </a:prstGeom>
          <a:solidFill>
            <a:srgbClr val="8A76C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191500" y="4133850"/>
            <a:ext cx="3162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= the account on stellar.expert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191500" y="4648200"/>
            <a:ext cx="3162300" cy="9525"/>
          </a:xfrm>
          <a:prstGeom prst="rect">
            <a:avLst/>
          </a:prstGeom>
          <a:solidFill>
            <a:srgbClr val="8A76C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91500" y="4743450"/>
            <a:ext cx="31623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Kadó lands in the same account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38200" y="63246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3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kado-hackmeridian.vercel.app · demo codes in the README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401300" y="6324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3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8200" y="685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50" kern="0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38200" y="990600"/>
            <a:ext cx="1051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native Stellar features. No smart contract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838200" y="2000250"/>
            <a:ext cx="5029200" cy="1181100"/>
          </a:xfrm>
          <a:prstGeom prst="rect">
            <a:avLst/>
          </a:prstGeom>
          <a:solidFill>
            <a:srgbClr val="4B2FA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66800" y="21717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Claimable balances · CAP-23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66800" y="25146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 waits on-chain for an account that doesn't exist yet. Unopened? It returns to the organizer after expiry.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8200" y="3333750"/>
            <a:ext cx="5029200" cy="1181100"/>
          </a:xfrm>
          <a:prstGeom prst="rect">
            <a:avLst/>
          </a:prstGeom>
          <a:solidFill>
            <a:srgbClr val="4B2FA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66800" y="35052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reserves · CAP-33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66800" y="38481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organizer carries the new account's reserve, so the attendee starts at 0 XLM and the gift arrives whole.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38200" y="4762500"/>
            <a:ext cx="5029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5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Atomic: the account is created </a:t>
            </a:r>
            <a:pPr indent="0" marL="0">
              <a:buNone/>
            </a:pPr>
            <a:r>
              <a:rPr lang="en-US" sz="1500" b="1" i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5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Kadó opens, or nothing happens. Retrying is always safe.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24600" y="2000250"/>
            <a:ext cx="5029200" cy="2762250"/>
          </a:xfrm>
          <a:prstGeom prst="rect">
            <a:avLst/>
          </a:prstGeom>
          <a:solidFill>
            <a:srgbClr val="241C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91300" y="21907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TRANSACTION · 3 SIGNATURES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591300" y="24955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beginSponsoringFutureReserves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115550" y="24955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91300" y="28194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createAccount (start 0)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115550" y="28194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591300" y="31432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endSponsoringFutureReserves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115550" y="314325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591300" y="34671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claimClaimableBalance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115550" y="34671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91300" y="39243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 + SEQUENCE: CHANNEL ACCOUNT POOL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591300" y="42291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06d77fdc…620c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115550" y="4229100"/>
            <a:ext cx="104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79D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testnet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24600" y="4914900"/>
            <a:ext cx="502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database: the code derives a key (scrypt), Horizon finds its balance, "opened" means the account exists.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38200" y="63246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Kadó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401300" y="6324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8200" y="685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50" kern="0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ORGANIZERS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38200" y="990600"/>
            <a:ext cx="1051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person costs cents, and nothing is wasted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838200" y="2209800"/>
            <a:ext cx="2495550" cy="2190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47750" y="24384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4B2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≈$0.20</a:t>
            </a:r>
            <a:endParaRPr lang="en-US" sz="4100" dirty="0"/>
          </a:p>
        </p:txBody>
      </p:sp>
      <p:sp>
        <p:nvSpPr>
          <p:cNvPr id="7" name="Text 4"/>
          <p:cNvSpPr txBox="1"/>
          <p:nvPr/>
        </p:nvSpPr>
        <p:spPr>
          <a:xfrm>
            <a:off x="1047750" y="3200400"/>
            <a:ext cx="209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capital per new account (1 XLM reserve), on top of the gift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86150" y="2209800"/>
            <a:ext cx="2495550" cy="2190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95700" y="24384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4B2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100" dirty="0"/>
          </a:p>
        </p:txBody>
      </p:sp>
      <p:sp>
        <p:nvSpPr>
          <p:cNvPr id="10" name="Text 7"/>
          <p:cNvSpPr txBox="1"/>
          <p:nvPr/>
        </p:nvSpPr>
        <p:spPr>
          <a:xfrm>
            <a:off x="3695700" y="3200400"/>
            <a:ext cx="209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lost on no-shows: unopened Kadós come back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34100" y="2209800"/>
            <a:ext cx="2495550" cy="2190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43650" y="24384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4B2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 7 s</a:t>
            </a:r>
            <a:endParaRPr lang="en-US" sz="4100" dirty="0"/>
          </a:p>
        </p:txBody>
      </p:sp>
      <p:sp>
        <p:nvSpPr>
          <p:cNvPr id="13" name="Text 10"/>
          <p:cNvSpPr txBox="1"/>
          <p:nvPr/>
        </p:nvSpPr>
        <p:spPr>
          <a:xfrm>
            <a:off x="6343650" y="3200400"/>
            <a:ext cx="209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opens on testnet, via a pool of 20 channel accounts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782050" y="2209800"/>
            <a:ext cx="2495550" cy="2190750"/>
          </a:xfrm>
          <a:prstGeom prst="rect">
            <a:avLst/>
          </a:prstGeom>
          <a:solidFill>
            <a:srgbClr val="F6E6C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91600" y="24384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100" b="1" dirty="0">
                <a:solidFill>
                  <a:srgbClr val="4B2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100" dirty="0"/>
          </a:p>
        </p:txBody>
      </p:sp>
      <p:sp>
        <p:nvSpPr>
          <p:cNvPr id="16" name="Text 13"/>
          <p:cNvSpPr txBox="1"/>
          <p:nvPr/>
        </p:nvSpPr>
        <p:spPr>
          <a:xfrm>
            <a:off x="8991600" y="3200400"/>
            <a:ext cx="2095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metrics: open rate and time to open, read from Horizon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8200" y="4857750"/>
            <a:ext cx="10515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evidence (testnet):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Kadós in one tx 8f28e192… · live open c314a657… · channel pool 48080fa7…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≈ 0.00008 XLM per open · amounts at the event rate of 0.20 USD/XLM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38200" y="63246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Kadó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401300" y="6324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B2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38200" y="685800"/>
            <a:ext cx="762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spc="15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838200" y="990600"/>
            <a:ext cx="1051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5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testnet demo to every outreach room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838200" y="1981200"/>
            <a:ext cx="3352800" cy="2190750"/>
          </a:xfrm>
          <a:prstGeom prst="rect">
            <a:avLst/>
          </a:prstGeom>
          <a:solidFill>
            <a:srgbClr val="FFF3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85850" y="2190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next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85850" y="24574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085850" y="29146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events with the Stellar Ambassador Chapter Peru. Measure open rate, then mainnet with low amounts.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19600" y="1981200"/>
            <a:ext cx="3352800" cy="2190750"/>
          </a:xfrm>
          <a:prstGeom prst="rect">
            <a:avLst/>
          </a:prstGeom>
          <a:solidFill>
            <a:srgbClr val="5A40A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7250" y="2190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67250" y="24574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to person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4667250" y="29146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Kadós sent by link. Non-custodial embedded wallet.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1000" y="1981200"/>
            <a:ext cx="3352800" cy="2190750"/>
          </a:xfrm>
          <a:prstGeom prst="rect">
            <a:avLst/>
          </a:prstGeom>
          <a:solidFill>
            <a:srgbClr val="5A40A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48650" y="2190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48650" y="24574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it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248650" y="29146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assets and a real off-ramp.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8200" y="4514850"/>
            <a:ext cx="335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5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8200" y="4762500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 works end to end on testnet, live.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419600" y="4514850"/>
            <a:ext cx="335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5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419600" y="4762500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users. The pilot answers: do they keep it?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514850"/>
            <a:ext cx="335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spc="150" kern="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001000" y="4762500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in this version. Bearer codes, fine in a room.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8200" y="6324600"/>
            <a:ext cx="762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3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Kadó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401300" y="6324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3A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B2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Kadó logo: an open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625" y="857250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33500" y="2571750"/>
            <a:ext cx="952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digital dollars to anyone,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 needed.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1333500" y="4667250"/>
            <a:ext cx="9525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kado-hackmeridian.vercel.app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F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github.com/eduruizhipolito/kado-hackmeridian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Kadó</dc:title>
  <dc:subject>PptxGenJS Presentation</dc:subject>
  <dc:creator>PptxGenJS</dc:creator>
  <cp:lastModifiedBy>PptxGenJS</cp:lastModifiedBy>
  <cp:revision>1</cp:revision>
  <dcterms:created xsi:type="dcterms:W3CDTF">2026-10-26T11:05:02Z</dcterms:created>
  <dcterms:modified xsi:type="dcterms:W3CDTF">2026-10-26T11:05:02Z</dcterms:modified>
</cp:coreProperties>
</file>